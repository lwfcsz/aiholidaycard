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AI节日贺卡生成系统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智能祝福语生成 + 电子贺卡模板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🎯 市场需求分析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节日祝福场景广泛：生日、春节、毕业等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传统祝福语缺乏新意，难以定制化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电子贺卡分享便捷，但内容同质化严重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💡 项目目标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融合AI技术的电子贺卡生成平台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智能生成多场景、多风格的祝福语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美观的贺卡模板和一键分享功能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项目简介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48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🎨 核心功能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AI智能生成祝福语 | 多场景覆盖 | 一键生成贺卡 | 便捷分享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✨ 模板风格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温馨风格：温暖感人，适合亲朋好友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幽默风格：轻松搞笑，适合熟人朋友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优雅风格：文雅得体，适合正式场合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🔗 分享功能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生成唯一分享链接 | 支持复制和系统分享 | 随时随地查看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技术栈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48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⚙️ 后端技术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Python 3.8+ | FastAPI 高性能框架 | RESTful API 设计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🎭 前端技术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Vue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🔧 其他技术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JSON 数据格式 | CORS 跨域支持 | UUID 唯一标识生成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🏗️ 系统架构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前端(Vue 3) → API请求 → 后端(FastAPI) → 祝福语生成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5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📱 前端层（表现层）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Vue 3 响应式框架 | Tailwind CSS 美化界面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用户交互界面设计 | 贺卡实时预览功能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⚙️ 后端层（业务逻辑层）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FastAPI 高性能框架 | RESTful API 接口设计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祝福语模板库管理 | 贺卡数据存储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🤖 AI层（智能服务层）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智能祝福语生成 | 多风格模板匹配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场景智能识别 | 个性化内容定制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410" y="1172210"/>
            <a:ext cx="10515600" cy="563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🎂 生日祝福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温馨风格：愿你的每一天都像生日蛋糕一样甜蜜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幽默风格：又老了一岁！颜值还是在线的！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优雅风格：良辰吉日，福寿安康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🏮 节日祝福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新春祝福：恭喜发财，万事如意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圣诞祝福：银装素裹，圣诞祥和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🎓 毕业祝福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前程似锦，归来仍是少年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这是终点，也是起点，未来的路勇敢去闯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贺卡模板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48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💕 温馨风格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渐变色：粉色到红色 | 温暖感人，适合亲友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😄 幽默风格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渐变色：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🎩 优雅风格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渐变色：蓝色到青色 | 文雅得体，清新脱俗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🎉 庆典风格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渐变色：多彩渐变 | 喜庆热闹，活力四射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项目特色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410" y="1226820"/>
            <a:ext cx="10515600" cy="563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🤖 AI智能化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内置丰富的祝福语模板库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支持多种风格智能匹配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可扩展接入真实AI大模型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📱 响应式设计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采用 Vue 3 + Tailwind CSS 构建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完美适配各种设备屏幕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🔗 一键分享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生成唯一分享链接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支持一键复制和系统分享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4795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部署方式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8020" y="1444625"/>
            <a:ext cx="10515600" cy="563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💻 方式一：本地运行（推荐）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1. 启动后端：cd backend → pip install -r requirements.txt → python app.py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2. 访问地址：http://localhost:8000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🚀 方式二：一键启动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双击运行 一键启动.bat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自动安装依赖并启动服务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🐳 方式三：Docker部署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编写 docker-compose.yml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   • 一键启动所有服务，容器化便于管理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感谢观看！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1522</Words>
  <Application>WPS 演示</Application>
  <PresentationFormat>On-screen Show (4:3)</PresentationFormat>
  <Paragraphs>104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败将在此</cp:lastModifiedBy>
  <cp:revision>3</cp:revision>
  <dcterms:created xsi:type="dcterms:W3CDTF">2013-01-27T09:14:00Z</dcterms:created>
  <dcterms:modified xsi:type="dcterms:W3CDTF">2026-06-14T13:01:19Z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4C1498F4A1AB429495260FA9BF5099A6</vt:lpwstr>
  </property>
  <property fmtid="{D5CDD505-2E9C-101B-9397-08002B2CF9AE}" pid="3" name="KSOProductBuildVer">
    <vt:lpwstr>2052-11.1.0.11757</vt:lpwstr>
  </property>
</Properties>
</file>